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53600" cy="7315200"/>
  <p:notesSz cx="6858000" cy="9144000"/>
  <p:embeddedFontLst>
    <p:embeddedFont>
      <p:font typeface="Bobby Jones Condensed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opperplate Gothic 32 AB" panose="020B0604020202020204" charset="0"/>
      <p:regular r:id="rId15"/>
    </p:embeddedFont>
    <p:embeddedFont>
      <p:font typeface="Gliker Bold" panose="020B0604020202020204" charset="0"/>
      <p:regular r:id="rId16"/>
    </p:embeddedFont>
    <p:embeddedFont>
      <p:font typeface="Peace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sv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963" y="74929"/>
            <a:ext cx="2331640" cy="656591"/>
          </a:xfrm>
          <a:custGeom>
            <a:avLst/>
            <a:gdLst/>
            <a:ahLst/>
            <a:cxnLst/>
            <a:rect l="l" t="t" r="r" b="b"/>
            <a:pathLst>
              <a:path w="2331640" h="656591">
                <a:moveTo>
                  <a:pt x="0" y="0"/>
                </a:moveTo>
                <a:lnTo>
                  <a:pt x="2331640" y="0"/>
                </a:lnTo>
                <a:lnTo>
                  <a:pt x="2331640" y="656591"/>
                </a:lnTo>
                <a:lnTo>
                  <a:pt x="0" y="656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63" b="-446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03123" y="-515534"/>
            <a:ext cx="2832197" cy="257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95"/>
              </a:lnSpc>
              <a:spcBef>
                <a:spcPct val="0"/>
              </a:spcBef>
            </a:pPr>
            <a:r>
              <a:rPr lang="en-US" sz="15068" u="none">
                <a:solidFill>
                  <a:srgbClr val="FFF3F3"/>
                </a:solidFill>
                <a:latin typeface="Peace Sans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5401" y="-240667"/>
            <a:ext cx="3461986" cy="123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44"/>
              </a:lnSpc>
              <a:spcBef>
                <a:spcPct val="0"/>
              </a:spcBef>
            </a:pPr>
            <a:r>
              <a:rPr lang="en-US" sz="7031">
                <a:solidFill>
                  <a:srgbClr val="FEFEFE"/>
                </a:solidFill>
                <a:latin typeface="Bobby Jones Condensed"/>
              </a:rPr>
              <a:t>LANGKAH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75401" y="902970"/>
            <a:ext cx="6551330" cy="8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25"/>
              </a:lnSpc>
            </a:pPr>
            <a:r>
              <a:rPr lang="en-US" sz="6432">
                <a:solidFill>
                  <a:srgbClr val="FEFEFE"/>
                </a:solidFill>
                <a:latin typeface="Bobby Jones Condensed"/>
              </a:rPr>
              <a:t>PEMBERKASAN ARSIP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950623" y="1560018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2036268"/>
            <a:ext cx="3319222" cy="2655345"/>
            <a:chOff x="0" y="0"/>
            <a:chExt cx="1183679" cy="9103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3679" cy="910318"/>
            </a:xfrm>
            <a:custGeom>
              <a:avLst/>
              <a:gdLst/>
              <a:ahLst/>
              <a:cxnLst/>
              <a:rect l="l" t="t" r="r" b="b"/>
              <a:pathLst>
                <a:path w="1183679" h="910318">
                  <a:moveTo>
                    <a:pt x="0" y="0"/>
                  </a:moveTo>
                  <a:lnTo>
                    <a:pt x="1183679" y="0"/>
                  </a:lnTo>
                  <a:lnTo>
                    <a:pt x="1183679" y="910318"/>
                  </a:lnTo>
                  <a:lnTo>
                    <a:pt x="0" y="910318"/>
                  </a:lnTo>
                  <a:close/>
                </a:path>
              </a:pathLst>
            </a:custGeom>
            <a:solidFill>
              <a:srgbClr val="3D417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183679" cy="938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19222" y="2031770"/>
            <a:ext cx="3640759" cy="2659844"/>
            <a:chOff x="0" y="0"/>
            <a:chExt cx="1248142" cy="9118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142" cy="911860"/>
            </a:xfrm>
            <a:custGeom>
              <a:avLst/>
              <a:gdLst/>
              <a:ahLst/>
              <a:cxnLst/>
              <a:rect l="l" t="t" r="r" b="b"/>
              <a:pathLst>
                <a:path w="1248142" h="911860">
                  <a:moveTo>
                    <a:pt x="0" y="0"/>
                  </a:moveTo>
                  <a:lnTo>
                    <a:pt x="1248142" y="0"/>
                  </a:lnTo>
                  <a:lnTo>
                    <a:pt x="1248142" y="911860"/>
                  </a:lnTo>
                  <a:lnTo>
                    <a:pt x="0" y="9118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248142" cy="94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5400000">
            <a:off x="3011758" y="3125816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0" y="4668866"/>
            <a:ext cx="3319222" cy="5042901"/>
            <a:chOff x="0" y="0"/>
            <a:chExt cx="1137911" cy="1728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7911" cy="1728831"/>
            </a:xfrm>
            <a:custGeom>
              <a:avLst/>
              <a:gdLst/>
              <a:ahLst/>
              <a:cxnLst/>
              <a:rect l="l" t="t" r="r" b="b"/>
              <a:pathLst>
                <a:path w="1137911" h="1728831">
                  <a:moveTo>
                    <a:pt x="0" y="0"/>
                  </a:moveTo>
                  <a:lnTo>
                    <a:pt x="1137911" y="0"/>
                  </a:lnTo>
                  <a:lnTo>
                    <a:pt x="1137911" y="1728831"/>
                  </a:lnTo>
                  <a:lnTo>
                    <a:pt x="0" y="1728831"/>
                  </a:lnTo>
                  <a:close/>
                </a:path>
              </a:pathLst>
            </a:custGeom>
            <a:solidFill>
              <a:srgbClr val="6F73A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137911" cy="1757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5463822">
            <a:off x="2676941" y="5554068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964795" y="2031770"/>
            <a:ext cx="2788806" cy="5283430"/>
            <a:chOff x="0" y="0"/>
            <a:chExt cx="1410577" cy="18112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0577" cy="1811290"/>
            </a:xfrm>
            <a:custGeom>
              <a:avLst/>
              <a:gdLst/>
              <a:ahLst/>
              <a:cxnLst/>
              <a:rect l="l" t="t" r="r" b="b"/>
              <a:pathLst>
                <a:path w="1410577" h="1811290">
                  <a:moveTo>
                    <a:pt x="0" y="0"/>
                  </a:moveTo>
                  <a:lnTo>
                    <a:pt x="1410577" y="0"/>
                  </a:lnTo>
                  <a:lnTo>
                    <a:pt x="1410577" y="1811290"/>
                  </a:lnTo>
                  <a:lnTo>
                    <a:pt x="0" y="1811290"/>
                  </a:lnTo>
                  <a:close/>
                </a:path>
              </a:pathLst>
            </a:custGeom>
            <a:solidFill>
              <a:srgbClr val="F4804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410577" cy="1839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5400000">
            <a:off x="6328938" y="5558407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85075" y="1898420"/>
            <a:ext cx="1083596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6"/>
              </a:lnSpc>
              <a:spcBef>
                <a:spcPct val="0"/>
              </a:spcBef>
            </a:pPr>
            <a:r>
              <a:rPr lang="en-US" sz="6861">
                <a:solidFill>
                  <a:srgbClr val="FFDE59"/>
                </a:solidFill>
                <a:latin typeface="Peace Sans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6133" y="3073171"/>
            <a:ext cx="2778114" cy="1127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6"/>
              </a:lnSpc>
              <a:spcBef>
                <a:spcPct val="0"/>
              </a:spcBef>
            </a:pPr>
            <a:r>
              <a:rPr lang="en-US" sz="2455" spc="98">
                <a:solidFill>
                  <a:srgbClr val="FF3131"/>
                </a:solidFill>
                <a:latin typeface="Gliker Bold"/>
              </a:rPr>
              <a:t>Membaca dan Menelaah Isi Naskah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3867" y="1822220"/>
            <a:ext cx="1202527" cy="13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61"/>
              </a:lnSpc>
              <a:spcBef>
                <a:spcPct val="0"/>
              </a:spcBef>
            </a:pPr>
            <a:r>
              <a:rPr lang="en-US" sz="7615">
                <a:solidFill>
                  <a:srgbClr val="FF3131"/>
                </a:solidFill>
                <a:latin typeface="Peace Sans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465" y="5510764"/>
            <a:ext cx="2745489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spc="80">
                <a:solidFill>
                  <a:srgbClr val="D9D9D9"/>
                </a:solidFill>
                <a:latin typeface="Gliker Bold"/>
              </a:rPr>
              <a:t>Menentukan Klasifikasi, Subklasifikasi, dan subsubklasifikasi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0623" y="4454256"/>
            <a:ext cx="1145172" cy="123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52"/>
              </a:lnSpc>
              <a:spcBef>
                <a:spcPct val="0"/>
              </a:spcBef>
            </a:pPr>
            <a:r>
              <a:rPr lang="en-US" sz="7251">
                <a:solidFill>
                  <a:srgbClr val="FFF3F3"/>
                </a:solidFill>
                <a:latin typeface="Peace San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301" y="3028751"/>
            <a:ext cx="2755816" cy="11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  <a:spcBef>
                <a:spcPct val="0"/>
              </a:spcBef>
            </a:pPr>
            <a:r>
              <a:rPr lang="en-US" sz="2435" spc="97">
                <a:solidFill>
                  <a:srgbClr val="FFDE59"/>
                </a:solidFill>
                <a:latin typeface="Gliker Bold"/>
              </a:rPr>
              <a:t>Menyiapkan perlengkapan pemberkasan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09741" y="4439545"/>
            <a:ext cx="1720134" cy="135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12"/>
              </a:lnSpc>
              <a:spcBef>
                <a:spcPct val="0"/>
              </a:spcBef>
            </a:pPr>
            <a:r>
              <a:rPr lang="en-US" sz="7937">
                <a:solidFill>
                  <a:srgbClr val="FFF3F3"/>
                </a:solidFill>
                <a:latin typeface="Peace San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91900" y="5560341"/>
            <a:ext cx="2755816" cy="149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  <a:spcBef>
                <a:spcPct val="0"/>
              </a:spcBef>
            </a:pPr>
            <a:r>
              <a:rPr lang="en-US" sz="2435" spc="97">
                <a:solidFill>
                  <a:srgbClr val="FFDE59"/>
                </a:solidFill>
                <a:latin typeface="Gliker Bold"/>
              </a:rPr>
              <a:t>Menata Berkas dalam Folder dan Filing Cabinet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37387" y="3311879"/>
            <a:ext cx="1720134" cy="135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12"/>
              </a:lnSpc>
              <a:spcBef>
                <a:spcPct val="0"/>
              </a:spcBef>
            </a:pPr>
            <a:r>
              <a:rPr lang="en-US" sz="7937">
                <a:solidFill>
                  <a:srgbClr val="FFF3F3"/>
                </a:solidFill>
                <a:latin typeface="Peace Sans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67138" y="4569545"/>
            <a:ext cx="2432237" cy="11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  <a:spcBef>
                <a:spcPct val="0"/>
              </a:spcBef>
            </a:pPr>
            <a:r>
              <a:rPr lang="en-US" sz="2435" spc="97">
                <a:solidFill>
                  <a:srgbClr val="FFDE59"/>
                </a:solidFill>
                <a:latin typeface="Gliker Bold"/>
              </a:rPr>
              <a:t>Membuat Daftar Arsip Aktif</a:t>
            </a:r>
          </a:p>
        </p:txBody>
      </p:sp>
      <p:sp>
        <p:nvSpPr>
          <p:cNvPr id="32" name="Freeform 32"/>
          <p:cNvSpPr/>
          <p:nvPr/>
        </p:nvSpPr>
        <p:spPr>
          <a:xfrm rot="-5400000">
            <a:off x="6605085" y="3977239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3354" y="491585"/>
            <a:ext cx="6757853" cy="794765"/>
            <a:chOff x="0" y="0"/>
            <a:chExt cx="2316759" cy="2724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6759" cy="272465"/>
            </a:xfrm>
            <a:custGeom>
              <a:avLst/>
              <a:gdLst/>
              <a:ahLst/>
              <a:cxnLst/>
              <a:rect l="l" t="t" r="r" b="b"/>
              <a:pathLst>
                <a:path w="2316759" h="272465">
                  <a:moveTo>
                    <a:pt x="0" y="0"/>
                  </a:moveTo>
                  <a:lnTo>
                    <a:pt x="2316759" y="0"/>
                  </a:lnTo>
                  <a:lnTo>
                    <a:pt x="2316759" y="272465"/>
                  </a:lnTo>
                  <a:lnTo>
                    <a:pt x="0" y="272465"/>
                  </a:lnTo>
                  <a:close/>
                </a:path>
              </a:pathLst>
            </a:custGeom>
            <a:solidFill>
              <a:srgbClr val="3D41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16759" cy="301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2763354" y="165100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963" y="74929"/>
            <a:ext cx="2331640" cy="656591"/>
          </a:xfrm>
          <a:custGeom>
            <a:avLst/>
            <a:gdLst/>
            <a:ahLst/>
            <a:cxnLst/>
            <a:rect l="l" t="t" r="r" b="b"/>
            <a:pathLst>
              <a:path w="2331640" h="656591">
                <a:moveTo>
                  <a:pt x="0" y="0"/>
                </a:moveTo>
                <a:lnTo>
                  <a:pt x="2331640" y="0"/>
                </a:lnTo>
                <a:lnTo>
                  <a:pt x="2331640" y="656591"/>
                </a:lnTo>
                <a:lnTo>
                  <a:pt x="0" y="656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63" b="-44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6564" y="2226524"/>
            <a:ext cx="1790439" cy="4761630"/>
          </a:xfrm>
          <a:custGeom>
            <a:avLst/>
            <a:gdLst/>
            <a:ahLst/>
            <a:cxnLst/>
            <a:rect l="l" t="t" r="r" b="b"/>
            <a:pathLst>
              <a:path w="1790439" h="4761630">
                <a:moveTo>
                  <a:pt x="0" y="0"/>
                </a:moveTo>
                <a:lnTo>
                  <a:pt x="1790438" y="0"/>
                </a:lnTo>
                <a:lnTo>
                  <a:pt x="1790438" y="4761630"/>
                </a:lnTo>
                <a:lnTo>
                  <a:pt x="0" y="4761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737" r="-5872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7603" y="2885289"/>
            <a:ext cx="2419197" cy="2279693"/>
          </a:xfrm>
          <a:custGeom>
            <a:avLst/>
            <a:gdLst/>
            <a:ahLst/>
            <a:cxnLst/>
            <a:rect l="l" t="t" r="r" b="b"/>
            <a:pathLst>
              <a:path w="2419197" h="2279693">
                <a:moveTo>
                  <a:pt x="0" y="0"/>
                </a:moveTo>
                <a:lnTo>
                  <a:pt x="2419197" y="0"/>
                </a:lnTo>
                <a:lnTo>
                  <a:pt x="2419197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416" t="-16998" r="-17299" b="-2277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457603" y="5282774"/>
            <a:ext cx="2419197" cy="1705380"/>
          </a:xfrm>
          <a:custGeom>
            <a:avLst/>
            <a:gdLst/>
            <a:ahLst/>
            <a:cxnLst/>
            <a:rect l="l" t="t" r="r" b="b"/>
            <a:pathLst>
              <a:path w="2419197" h="1705380">
                <a:moveTo>
                  <a:pt x="0" y="0"/>
                </a:moveTo>
                <a:lnTo>
                  <a:pt x="2419197" y="0"/>
                </a:lnTo>
                <a:lnTo>
                  <a:pt x="2419197" y="1705380"/>
                </a:lnTo>
                <a:lnTo>
                  <a:pt x="0" y="17053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730" t="-37417" r="-4654" b="-3477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5963" y="945123"/>
            <a:ext cx="2331640" cy="1183362"/>
          </a:xfrm>
          <a:custGeom>
            <a:avLst/>
            <a:gdLst/>
            <a:ahLst/>
            <a:cxnLst/>
            <a:rect l="l" t="t" r="r" b="b"/>
            <a:pathLst>
              <a:path w="2331640" h="1183362">
                <a:moveTo>
                  <a:pt x="0" y="0"/>
                </a:moveTo>
                <a:lnTo>
                  <a:pt x="2331640" y="0"/>
                </a:lnTo>
                <a:lnTo>
                  <a:pt x="2331640" y="1183362"/>
                </a:lnTo>
                <a:lnTo>
                  <a:pt x="0" y="11833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272" t="-12626" r="-29450" b="-10862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87721" y="1602529"/>
            <a:ext cx="4533486" cy="2713270"/>
          </a:xfrm>
          <a:custGeom>
            <a:avLst/>
            <a:gdLst/>
            <a:ahLst/>
            <a:cxnLst/>
            <a:rect l="l" t="t" r="r" b="b"/>
            <a:pathLst>
              <a:path w="4533486" h="2713270">
                <a:moveTo>
                  <a:pt x="0" y="0"/>
                </a:moveTo>
                <a:lnTo>
                  <a:pt x="4533486" y="0"/>
                </a:lnTo>
                <a:lnTo>
                  <a:pt x="4533486" y="2713270"/>
                </a:lnTo>
                <a:lnTo>
                  <a:pt x="0" y="2713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2531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87721" y="4416871"/>
            <a:ext cx="4351210" cy="2658875"/>
          </a:xfrm>
          <a:custGeom>
            <a:avLst/>
            <a:gdLst/>
            <a:ahLst/>
            <a:cxnLst/>
            <a:rect l="l" t="t" r="r" b="b"/>
            <a:pathLst>
              <a:path w="4351210" h="2658875">
                <a:moveTo>
                  <a:pt x="0" y="0"/>
                </a:moveTo>
                <a:lnTo>
                  <a:pt x="4351210" y="0"/>
                </a:lnTo>
                <a:lnTo>
                  <a:pt x="4351210" y="2658876"/>
                </a:lnTo>
                <a:lnTo>
                  <a:pt x="0" y="2658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871" b="-886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632258" y="112475"/>
            <a:ext cx="1083596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6"/>
              </a:lnSpc>
              <a:spcBef>
                <a:spcPct val="0"/>
              </a:spcBef>
            </a:pPr>
            <a:r>
              <a:rPr lang="en-US" sz="6861">
                <a:solidFill>
                  <a:srgbClr val="FFDE59"/>
                </a:solidFill>
                <a:latin typeface="Peace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26944" y="555593"/>
            <a:ext cx="579514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83"/>
              </a:lnSpc>
              <a:spcBef>
                <a:spcPct val="0"/>
              </a:spcBef>
            </a:pPr>
            <a:r>
              <a:rPr lang="en-US" sz="2235" spc="89">
                <a:solidFill>
                  <a:srgbClr val="FFDE59"/>
                </a:solidFill>
                <a:latin typeface="Gliker Bold"/>
              </a:rPr>
              <a:t>Menyiapkan perlengkapan pemberkasan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8716" y="1597746"/>
            <a:ext cx="2508084" cy="95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3305">
                <a:solidFill>
                  <a:srgbClr val="F0E448"/>
                </a:solidFill>
                <a:latin typeface="Copperplate Gothic 32 AB"/>
              </a:rPr>
              <a:t>ARSIP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3354" y="468121"/>
            <a:ext cx="6757853" cy="794765"/>
            <a:chOff x="0" y="0"/>
            <a:chExt cx="2316759" cy="2724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6759" cy="272465"/>
            </a:xfrm>
            <a:custGeom>
              <a:avLst/>
              <a:gdLst/>
              <a:ahLst/>
              <a:cxnLst/>
              <a:rect l="l" t="t" r="r" b="b"/>
              <a:pathLst>
                <a:path w="2316759" h="272465">
                  <a:moveTo>
                    <a:pt x="0" y="0"/>
                  </a:moveTo>
                  <a:lnTo>
                    <a:pt x="2316759" y="0"/>
                  </a:lnTo>
                  <a:lnTo>
                    <a:pt x="2316759" y="272465"/>
                  </a:lnTo>
                  <a:lnTo>
                    <a:pt x="0" y="272465"/>
                  </a:lnTo>
                  <a:close/>
                </a:path>
              </a:pathLst>
            </a:custGeom>
            <a:solidFill>
              <a:srgbClr val="3D41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16759" cy="301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2763354" y="0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963" y="74929"/>
            <a:ext cx="2331640" cy="656591"/>
          </a:xfrm>
          <a:custGeom>
            <a:avLst/>
            <a:gdLst/>
            <a:ahLst/>
            <a:cxnLst/>
            <a:rect l="l" t="t" r="r" b="b"/>
            <a:pathLst>
              <a:path w="2331640" h="656591">
                <a:moveTo>
                  <a:pt x="0" y="0"/>
                </a:moveTo>
                <a:lnTo>
                  <a:pt x="2331640" y="0"/>
                </a:lnTo>
                <a:lnTo>
                  <a:pt x="2331640" y="656591"/>
                </a:lnTo>
                <a:lnTo>
                  <a:pt x="0" y="656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63" b="-44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3577" y="1222343"/>
            <a:ext cx="1008219" cy="1653310"/>
          </a:xfrm>
          <a:custGeom>
            <a:avLst/>
            <a:gdLst/>
            <a:ahLst/>
            <a:cxnLst/>
            <a:rect l="l" t="t" r="r" b="b"/>
            <a:pathLst>
              <a:path w="1008219" h="1653310">
                <a:moveTo>
                  <a:pt x="0" y="0"/>
                </a:moveTo>
                <a:lnTo>
                  <a:pt x="1008219" y="0"/>
                </a:lnTo>
                <a:lnTo>
                  <a:pt x="1008219" y="1653310"/>
                </a:lnTo>
                <a:lnTo>
                  <a:pt x="0" y="165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9234" t="-79083" r="-1428516" b="-42001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5562" y="1634858"/>
            <a:ext cx="2783117" cy="4045485"/>
          </a:xfrm>
          <a:custGeom>
            <a:avLst/>
            <a:gdLst/>
            <a:ahLst/>
            <a:cxnLst/>
            <a:rect l="l" t="t" r="r" b="b"/>
            <a:pathLst>
              <a:path w="2783117" h="4045485">
                <a:moveTo>
                  <a:pt x="0" y="0"/>
                </a:moveTo>
                <a:lnTo>
                  <a:pt x="2783116" y="0"/>
                </a:lnTo>
                <a:lnTo>
                  <a:pt x="2783116" y="4045484"/>
                </a:lnTo>
                <a:lnTo>
                  <a:pt x="0" y="4045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1666" t="-43012" r="-517537" b="-13032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71356" y="1721659"/>
            <a:ext cx="2759401" cy="773974"/>
          </a:xfrm>
          <a:custGeom>
            <a:avLst/>
            <a:gdLst/>
            <a:ahLst/>
            <a:cxnLst/>
            <a:rect l="l" t="t" r="r" b="b"/>
            <a:pathLst>
              <a:path w="2759401" h="773974">
                <a:moveTo>
                  <a:pt x="0" y="0"/>
                </a:moveTo>
                <a:lnTo>
                  <a:pt x="2759402" y="0"/>
                </a:lnTo>
                <a:lnTo>
                  <a:pt x="2759402" y="773974"/>
                </a:lnTo>
                <a:lnTo>
                  <a:pt x="0" y="773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299" t="-236970" r="-561984" b="-118704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86225" y="3003239"/>
            <a:ext cx="2510119" cy="417666"/>
          </a:xfrm>
          <a:custGeom>
            <a:avLst/>
            <a:gdLst/>
            <a:ahLst/>
            <a:cxnLst/>
            <a:rect l="l" t="t" r="r" b="b"/>
            <a:pathLst>
              <a:path w="2510119" h="417666">
                <a:moveTo>
                  <a:pt x="0" y="0"/>
                </a:moveTo>
                <a:lnTo>
                  <a:pt x="2510119" y="0"/>
                </a:lnTo>
                <a:lnTo>
                  <a:pt x="2510119" y="417666"/>
                </a:lnTo>
                <a:lnTo>
                  <a:pt x="0" y="417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4406" t="-363389" r="-516400" b="-192964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680337" y="5362228"/>
            <a:ext cx="2843484" cy="360239"/>
          </a:xfrm>
          <a:custGeom>
            <a:avLst/>
            <a:gdLst/>
            <a:ahLst/>
            <a:cxnLst/>
            <a:rect l="l" t="t" r="r" b="b"/>
            <a:pathLst>
              <a:path w="2843484" h="360239">
                <a:moveTo>
                  <a:pt x="0" y="0"/>
                </a:moveTo>
                <a:lnTo>
                  <a:pt x="2843484" y="0"/>
                </a:lnTo>
                <a:lnTo>
                  <a:pt x="2843484" y="360239"/>
                </a:lnTo>
                <a:lnTo>
                  <a:pt x="0" y="360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0638" t="-498974" r="-519780" b="-254237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875291" y="3630455"/>
            <a:ext cx="1380409" cy="588991"/>
          </a:xfrm>
          <a:custGeom>
            <a:avLst/>
            <a:gdLst/>
            <a:ahLst/>
            <a:cxnLst/>
            <a:rect l="l" t="t" r="r" b="b"/>
            <a:pathLst>
              <a:path w="1380409" h="588991">
                <a:moveTo>
                  <a:pt x="0" y="0"/>
                </a:moveTo>
                <a:lnTo>
                  <a:pt x="1380408" y="0"/>
                </a:lnTo>
                <a:lnTo>
                  <a:pt x="1380408" y="588991"/>
                </a:lnTo>
                <a:lnTo>
                  <a:pt x="0" y="588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3041" t="-170331" r="-698329" b="-85552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018256" y="4522101"/>
            <a:ext cx="1590797" cy="440615"/>
          </a:xfrm>
          <a:custGeom>
            <a:avLst/>
            <a:gdLst/>
            <a:ahLst/>
            <a:cxnLst/>
            <a:rect l="l" t="t" r="r" b="b"/>
            <a:pathLst>
              <a:path w="1590797" h="440615">
                <a:moveTo>
                  <a:pt x="0" y="0"/>
                </a:moveTo>
                <a:lnTo>
                  <a:pt x="1590797" y="0"/>
                </a:lnTo>
                <a:lnTo>
                  <a:pt x="1590797" y="440615"/>
                </a:lnTo>
                <a:lnTo>
                  <a:pt x="0" y="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9884" t="-118684" r="-285842" b="-60047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632258" y="211453"/>
            <a:ext cx="1083596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6"/>
              </a:lnSpc>
              <a:spcBef>
                <a:spcPct val="0"/>
              </a:spcBef>
            </a:pPr>
            <a:r>
              <a:rPr lang="en-US" sz="6861">
                <a:solidFill>
                  <a:srgbClr val="FFDE59"/>
                </a:solidFill>
                <a:latin typeface="Peace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6944" y="555593"/>
            <a:ext cx="579514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83"/>
              </a:lnSpc>
              <a:spcBef>
                <a:spcPct val="0"/>
              </a:spcBef>
            </a:pPr>
            <a:r>
              <a:rPr lang="en-US" sz="2235" spc="89">
                <a:solidFill>
                  <a:srgbClr val="FFDE59"/>
                </a:solidFill>
                <a:latin typeface="Gliker Bold"/>
              </a:rPr>
              <a:t>Menyiapkan perlengkapan pemberkasan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04128" y="1298860"/>
            <a:ext cx="3917965" cy="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305">
                <a:solidFill>
                  <a:srgbClr val="F0E448"/>
                </a:solidFill>
                <a:latin typeface="Copperplate Gothic 32 AB"/>
              </a:rPr>
              <a:t>ARSIP ELEKTRONIK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851137" y="1780412"/>
            <a:ext cx="102235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3730202" y="1861473"/>
            <a:ext cx="841154" cy="2471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AutoShape 19"/>
          <p:cNvSpPr/>
          <p:nvPr/>
        </p:nvSpPr>
        <p:spPr>
          <a:xfrm>
            <a:off x="7330758" y="2108646"/>
            <a:ext cx="710527" cy="8945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7496171" y="3420905"/>
            <a:ext cx="379119" cy="5040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>
            <a:off x="8948710" y="3927415"/>
            <a:ext cx="73370" cy="8149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7620" y="46259"/>
            <a:ext cx="6690442" cy="839936"/>
            <a:chOff x="0" y="0"/>
            <a:chExt cx="2293649" cy="287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3649" cy="287951"/>
            </a:xfrm>
            <a:custGeom>
              <a:avLst/>
              <a:gdLst/>
              <a:ahLst/>
              <a:cxnLst/>
              <a:rect l="l" t="t" r="r" b="b"/>
              <a:pathLst>
                <a:path w="2293649" h="287951">
                  <a:moveTo>
                    <a:pt x="0" y="0"/>
                  </a:moveTo>
                  <a:lnTo>
                    <a:pt x="2293649" y="0"/>
                  </a:lnTo>
                  <a:lnTo>
                    <a:pt x="2293649" y="287951"/>
                  </a:lnTo>
                  <a:lnTo>
                    <a:pt x="0" y="2879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93649" cy="31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78278"/>
            <a:ext cx="7238883" cy="37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6"/>
              </a:lnSpc>
              <a:spcBef>
                <a:spcPct val="0"/>
              </a:spcBef>
            </a:pPr>
            <a:r>
              <a:rPr lang="en-US" sz="2455" spc="98">
                <a:solidFill>
                  <a:srgbClr val="FF3131"/>
                </a:solidFill>
                <a:latin typeface="Gliker Bold"/>
              </a:rPr>
              <a:t>Membaca dan Menelaah Isi Naskah</a:t>
            </a:r>
          </a:p>
        </p:txBody>
      </p:sp>
      <p:sp>
        <p:nvSpPr>
          <p:cNvPr id="6" name="Freeform 6"/>
          <p:cNvSpPr/>
          <p:nvPr/>
        </p:nvSpPr>
        <p:spPr>
          <a:xfrm rot="-5400000">
            <a:off x="6814648" y="319673"/>
            <a:ext cx="1093656" cy="546828"/>
          </a:xfrm>
          <a:custGeom>
            <a:avLst/>
            <a:gdLst/>
            <a:ahLst/>
            <a:cxnLst/>
            <a:rect l="l" t="t" r="r" b="b"/>
            <a:pathLst>
              <a:path w="1093656" h="546828">
                <a:moveTo>
                  <a:pt x="0" y="0"/>
                </a:moveTo>
                <a:lnTo>
                  <a:pt x="1093656" y="0"/>
                </a:lnTo>
                <a:lnTo>
                  <a:pt x="1093656" y="546828"/>
                </a:lnTo>
                <a:lnTo>
                  <a:pt x="0" y="54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6879" y="1044077"/>
            <a:ext cx="6345124" cy="1673578"/>
          </a:xfrm>
          <a:custGeom>
            <a:avLst/>
            <a:gdLst/>
            <a:ahLst/>
            <a:cxnLst/>
            <a:rect l="l" t="t" r="r" b="b"/>
            <a:pathLst>
              <a:path w="6345124" h="1673578">
                <a:moveTo>
                  <a:pt x="0" y="0"/>
                </a:moveTo>
                <a:lnTo>
                  <a:pt x="6345125" y="0"/>
                </a:lnTo>
                <a:lnTo>
                  <a:pt x="6345125" y="1673578"/>
                </a:lnTo>
                <a:lnTo>
                  <a:pt x="0" y="167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13" t="-29692" b="-10081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6879" y="3819525"/>
            <a:ext cx="6345124" cy="1685134"/>
          </a:xfrm>
          <a:custGeom>
            <a:avLst/>
            <a:gdLst/>
            <a:ahLst/>
            <a:cxnLst/>
            <a:rect l="l" t="t" r="r" b="b"/>
            <a:pathLst>
              <a:path w="6345124" h="1685134">
                <a:moveTo>
                  <a:pt x="0" y="0"/>
                </a:moveTo>
                <a:lnTo>
                  <a:pt x="6345125" y="0"/>
                </a:lnTo>
                <a:lnTo>
                  <a:pt x="6345125" y="1685134"/>
                </a:lnTo>
                <a:lnTo>
                  <a:pt x="0" y="1685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113" t="-29488" b="-9943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56888" y="1499355"/>
            <a:ext cx="3115728" cy="2158245"/>
          </a:xfrm>
          <a:custGeom>
            <a:avLst/>
            <a:gdLst/>
            <a:ahLst/>
            <a:cxnLst/>
            <a:rect l="l" t="t" r="r" b="b"/>
            <a:pathLst>
              <a:path w="3115728" h="2158245">
                <a:moveTo>
                  <a:pt x="0" y="0"/>
                </a:moveTo>
                <a:lnTo>
                  <a:pt x="3115729" y="0"/>
                </a:lnTo>
                <a:lnTo>
                  <a:pt x="3115729" y="2158245"/>
                </a:lnTo>
                <a:lnTo>
                  <a:pt x="0" y="21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256" t="-52555" r="-3834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56888" y="3819525"/>
            <a:ext cx="3015572" cy="3083977"/>
          </a:xfrm>
          <a:custGeom>
            <a:avLst/>
            <a:gdLst/>
            <a:ahLst/>
            <a:cxnLst/>
            <a:rect l="l" t="t" r="r" b="b"/>
            <a:pathLst>
              <a:path w="3015572" h="3083977">
                <a:moveTo>
                  <a:pt x="0" y="0"/>
                </a:moveTo>
                <a:lnTo>
                  <a:pt x="3015573" y="0"/>
                </a:lnTo>
                <a:lnTo>
                  <a:pt x="3015573" y="3083977"/>
                </a:lnTo>
                <a:lnTo>
                  <a:pt x="0" y="3083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423" t="-9513" r="-4294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86798" y="-264023"/>
            <a:ext cx="1202527" cy="13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61"/>
              </a:lnSpc>
              <a:spcBef>
                <a:spcPct val="0"/>
              </a:spcBef>
            </a:pPr>
            <a:r>
              <a:rPr lang="en-US" sz="7615">
                <a:solidFill>
                  <a:srgbClr val="FF3131"/>
                </a:solidFill>
                <a:latin typeface="Peace San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62020" y="221833"/>
            <a:ext cx="2657590" cy="2717874"/>
          </a:xfrm>
          <a:custGeom>
            <a:avLst/>
            <a:gdLst/>
            <a:ahLst/>
            <a:cxnLst/>
            <a:rect l="l" t="t" r="r" b="b"/>
            <a:pathLst>
              <a:path w="2657590" h="2717874">
                <a:moveTo>
                  <a:pt x="0" y="0"/>
                </a:moveTo>
                <a:lnTo>
                  <a:pt x="2657590" y="0"/>
                </a:lnTo>
                <a:lnTo>
                  <a:pt x="2657590" y="2717873"/>
                </a:lnTo>
                <a:lnTo>
                  <a:pt x="0" y="2717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423" t="-9513" r="-429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2684" y="221833"/>
            <a:ext cx="3687153" cy="3291473"/>
          </a:xfrm>
          <a:custGeom>
            <a:avLst/>
            <a:gdLst/>
            <a:ahLst/>
            <a:cxnLst/>
            <a:rect l="l" t="t" r="r" b="b"/>
            <a:pathLst>
              <a:path w="3687153" h="3291473">
                <a:moveTo>
                  <a:pt x="0" y="0"/>
                </a:moveTo>
                <a:lnTo>
                  <a:pt x="3687153" y="0"/>
                </a:lnTo>
                <a:lnTo>
                  <a:pt x="3687153" y="3291473"/>
                </a:lnTo>
                <a:lnTo>
                  <a:pt x="0" y="3291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043" t="-17203" r="-3761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1213" y="471390"/>
            <a:ext cx="3499519" cy="3041916"/>
          </a:xfrm>
          <a:custGeom>
            <a:avLst/>
            <a:gdLst/>
            <a:ahLst/>
            <a:cxnLst/>
            <a:rect l="l" t="t" r="r" b="b"/>
            <a:pathLst>
              <a:path w="3499519" h="3041916">
                <a:moveTo>
                  <a:pt x="0" y="0"/>
                </a:moveTo>
                <a:lnTo>
                  <a:pt x="3499519" y="0"/>
                </a:lnTo>
                <a:lnTo>
                  <a:pt x="3499519" y="3041916"/>
                </a:lnTo>
                <a:lnTo>
                  <a:pt x="0" y="304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4741" y="1024897"/>
            <a:ext cx="3499519" cy="3041916"/>
          </a:xfrm>
          <a:custGeom>
            <a:avLst/>
            <a:gdLst/>
            <a:ahLst/>
            <a:cxnLst/>
            <a:rect l="l" t="t" r="r" b="b"/>
            <a:pathLst>
              <a:path w="3499519" h="3041916">
                <a:moveTo>
                  <a:pt x="0" y="0"/>
                </a:moveTo>
                <a:lnTo>
                  <a:pt x="3499519" y="0"/>
                </a:lnTo>
                <a:lnTo>
                  <a:pt x="3499519" y="3041916"/>
                </a:lnTo>
                <a:lnTo>
                  <a:pt x="0" y="304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2043" y="1318274"/>
            <a:ext cx="3499519" cy="3041916"/>
          </a:xfrm>
          <a:custGeom>
            <a:avLst/>
            <a:gdLst/>
            <a:ahLst/>
            <a:cxnLst/>
            <a:rect l="l" t="t" r="r" b="b"/>
            <a:pathLst>
              <a:path w="3499519" h="3041916">
                <a:moveTo>
                  <a:pt x="0" y="0"/>
                </a:moveTo>
                <a:lnTo>
                  <a:pt x="3499519" y="0"/>
                </a:lnTo>
                <a:lnTo>
                  <a:pt x="3499519" y="3041916"/>
                </a:lnTo>
                <a:lnTo>
                  <a:pt x="0" y="304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522561" y="3773436"/>
            <a:ext cx="3499519" cy="3041916"/>
          </a:xfrm>
          <a:custGeom>
            <a:avLst/>
            <a:gdLst/>
            <a:ahLst/>
            <a:cxnLst/>
            <a:rect l="l" t="t" r="r" b="b"/>
            <a:pathLst>
              <a:path w="3499519" h="3041916">
                <a:moveTo>
                  <a:pt x="0" y="0"/>
                </a:moveTo>
                <a:lnTo>
                  <a:pt x="3499519" y="0"/>
                </a:lnTo>
                <a:lnTo>
                  <a:pt x="3499519" y="3041917"/>
                </a:lnTo>
                <a:lnTo>
                  <a:pt x="0" y="3041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918032" y="518502"/>
            <a:ext cx="2401223" cy="2421205"/>
          </a:xfrm>
          <a:custGeom>
            <a:avLst/>
            <a:gdLst/>
            <a:ahLst/>
            <a:cxnLst/>
            <a:rect l="l" t="t" r="r" b="b"/>
            <a:pathLst>
              <a:path w="2401223" h="2421205">
                <a:moveTo>
                  <a:pt x="0" y="0"/>
                </a:moveTo>
                <a:lnTo>
                  <a:pt x="2401223" y="0"/>
                </a:lnTo>
                <a:lnTo>
                  <a:pt x="2401223" y="2421204"/>
                </a:lnTo>
                <a:lnTo>
                  <a:pt x="0" y="2421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4" t="-11824" r="-4526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42726" y="851769"/>
            <a:ext cx="2376276" cy="2396051"/>
          </a:xfrm>
          <a:custGeom>
            <a:avLst/>
            <a:gdLst/>
            <a:ahLst/>
            <a:cxnLst/>
            <a:rect l="l" t="t" r="r" b="b"/>
            <a:pathLst>
              <a:path w="2376276" h="2396051">
                <a:moveTo>
                  <a:pt x="0" y="0"/>
                </a:moveTo>
                <a:lnTo>
                  <a:pt x="2376276" y="0"/>
                </a:lnTo>
                <a:lnTo>
                  <a:pt x="2376276" y="2396050"/>
                </a:lnTo>
                <a:lnTo>
                  <a:pt x="0" y="2396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4" t="-11824" r="-4526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31642" y="1206823"/>
            <a:ext cx="2133171" cy="2150922"/>
          </a:xfrm>
          <a:custGeom>
            <a:avLst/>
            <a:gdLst/>
            <a:ahLst/>
            <a:cxnLst/>
            <a:rect l="l" t="t" r="r" b="b"/>
            <a:pathLst>
              <a:path w="2133171" h="2150922">
                <a:moveTo>
                  <a:pt x="0" y="0"/>
                </a:moveTo>
                <a:lnTo>
                  <a:pt x="2133171" y="0"/>
                </a:lnTo>
                <a:lnTo>
                  <a:pt x="2133171" y="2150923"/>
                </a:lnTo>
                <a:lnTo>
                  <a:pt x="0" y="2150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4" t="-11824" r="-4526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15215" y="4546584"/>
            <a:ext cx="4375873" cy="2643465"/>
          </a:xfrm>
          <a:custGeom>
            <a:avLst/>
            <a:gdLst/>
            <a:ahLst/>
            <a:cxnLst/>
            <a:rect l="l" t="t" r="r" b="b"/>
            <a:pathLst>
              <a:path w="4375873" h="2643465">
                <a:moveTo>
                  <a:pt x="0" y="0"/>
                </a:moveTo>
                <a:lnTo>
                  <a:pt x="4375873" y="0"/>
                </a:lnTo>
                <a:lnTo>
                  <a:pt x="4375873" y="2643465"/>
                </a:lnTo>
                <a:lnTo>
                  <a:pt x="0" y="2643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543" t="-42824" r="-56685" b="-5935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722017" y="4066813"/>
            <a:ext cx="3300063" cy="2868542"/>
          </a:xfrm>
          <a:custGeom>
            <a:avLst/>
            <a:gdLst/>
            <a:ahLst/>
            <a:cxnLst/>
            <a:rect l="l" t="t" r="r" b="b"/>
            <a:pathLst>
              <a:path w="3300063" h="2868542">
                <a:moveTo>
                  <a:pt x="0" y="0"/>
                </a:moveTo>
                <a:lnTo>
                  <a:pt x="3300063" y="0"/>
                </a:lnTo>
                <a:lnTo>
                  <a:pt x="3300063" y="2868542"/>
                </a:lnTo>
                <a:lnTo>
                  <a:pt x="0" y="2868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79379" y="4360190"/>
            <a:ext cx="3017361" cy="2622806"/>
          </a:xfrm>
          <a:custGeom>
            <a:avLst/>
            <a:gdLst/>
            <a:ahLst/>
            <a:cxnLst/>
            <a:rect l="l" t="t" r="r" b="b"/>
            <a:pathLst>
              <a:path w="3017361" h="2622806">
                <a:moveTo>
                  <a:pt x="0" y="0"/>
                </a:moveTo>
                <a:lnTo>
                  <a:pt x="3017361" y="0"/>
                </a:lnTo>
                <a:lnTo>
                  <a:pt x="3017361" y="2622806"/>
                </a:lnTo>
                <a:lnTo>
                  <a:pt x="0" y="2622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04" t="-52555" r="-7360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69853" y="4671915"/>
            <a:ext cx="2625636" cy="2392802"/>
          </a:xfrm>
          <a:custGeom>
            <a:avLst/>
            <a:gdLst/>
            <a:ahLst/>
            <a:cxnLst/>
            <a:rect l="l" t="t" r="r" b="b"/>
            <a:pathLst>
              <a:path w="2625636" h="2392802">
                <a:moveTo>
                  <a:pt x="0" y="0"/>
                </a:moveTo>
                <a:lnTo>
                  <a:pt x="2625636" y="0"/>
                </a:lnTo>
                <a:lnTo>
                  <a:pt x="2625636" y="2392802"/>
                </a:lnTo>
                <a:lnTo>
                  <a:pt x="0" y="239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485" t="-52555" r="-77169"/>
            </a:stretch>
          </a:blipFill>
        </p:spPr>
      </p:sp>
      <p:sp>
        <p:nvSpPr>
          <p:cNvPr id="18" name="Freeform 18"/>
          <p:cNvSpPr/>
          <p:nvPr/>
        </p:nvSpPr>
        <p:spPr>
          <a:xfrm rot="9543770">
            <a:off x="4428624" y="2219244"/>
            <a:ext cx="2426745" cy="1064734"/>
          </a:xfrm>
          <a:custGeom>
            <a:avLst/>
            <a:gdLst/>
            <a:ahLst/>
            <a:cxnLst/>
            <a:rect l="l" t="t" r="r" b="b"/>
            <a:pathLst>
              <a:path w="2426745" h="1064734">
                <a:moveTo>
                  <a:pt x="0" y="0"/>
                </a:moveTo>
                <a:lnTo>
                  <a:pt x="2426745" y="0"/>
                </a:lnTo>
                <a:lnTo>
                  <a:pt x="2426745" y="1064735"/>
                </a:lnTo>
                <a:lnTo>
                  <a:pt x="0" y="10647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1888577">
            <a:off x="4426506" y="3741480"/>
            <a:ext cx="2635940" cy="1156519"/>
          </a:xfrm>
          <a:custGeom>
            <a:avLst/>
            <a:gdLst/>
            <a:ahLst/>
            <a:cxnLst/>
            <a:rect l="l" t="t" r="r" b="b"/>
            <a:pathLst>
              <a:path w="2635940" h="1156519">
                <a:moveTo>
                  <a:pt x="0" y="0"/>
                </a:moveTo>
                <a:lnTo>
                  <a:pt x="2635940" y="0"/>
                </a:lnTo>
                <a:lnTo>
                  <a:pt x="2635940" y="1156519"/>
                </a:lnTo>
                <a:lnTo>
                  <a:pt x="0" y="11565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933" y="731520"/>
            <a:ext cx="4036317" cy="2975316"/>
          </a:xfrm>
          <a:custGeom>
            <a:avLst/>
            <a:gdLst/>
            <a:ahLst/>
            <a:cxnLst/>
            <a:rect l="l" t="t" r="r" b="b"/>
            <a:pathLst>
              <a:path w="4036317" h="2975316">
                <a:moveTo>
                  <a:pt x="0" y="0"/>
                </a:moveTo>
                <a:lnTo>
                  <a:pt x="4036317" y="0"/>
                </a:lnTo>
                <a:lnTo>
                  <a:pt x="4036317" y="2975316"/>
                </a:lnTo>
                <a:lnTo>
                  <a:pt x="0" y="2975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79" t="-39877" r="-21286" b="-3941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980293" y="3657600"/>
            <a:ext cx="2384946" cy="3507112"/>
          </a:xfrm>
          <a:custGeom>
            <a:avLst/>
            <a:gdLst/>
            <a:ahLst/>
            <a:cxnLst/>
            <a:rect l="l" t="t" r="r" b="b"/>
            <a:pathLst>
              <a:path w="2384946" h="3507112">
                <a:moveTo>
                  <a:pt x="0" y="0"/>
                </a:moveTo>
                <a:lnTo>
                  <a:pt x="2384946" y="0"/>
                </a:lnTo>
                <a:lnTo>
                  <a:pt x="2384946" y="3507112"/>
                </a:lnTo>
                <a:lnTo>
                  <a:pt x="0" y="3507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312" t="-13562" r="-39887" b="-462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73665" y="372684"/>
            <a:ext cx="2133171" cy="2150922"/>
          </a:xfrm>
          <a:custGeom>
            <a:avLst/>
            <a:gdLst/>
            <a:ahLst/>
            <a:cxnLst/>
            <a:rect l="l" t="t" r="r" b="b"/>
            <a:pathLst>
              <a:path w="2133171" h="2150922">
                <a:moveTo>
                  <a:pt x="0" y="0"/>
                </a:moveTo>
                <a:lnTo>
                  <a:pt x="2133171" y="0"/>
                </a:lnTo>
                <a:lnTo>
                  <a:pt x="2133171" y="2150922"/>
                </a:lnTo>
                <a:lnTo>
                  <a:pt x="0" y="215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14" t="-11824" r="-452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91395" y="594422"/>
            <a:ext cx="2133171" cy="2150922"/>
          </a:xfrm>
          <a:custGeom>
            <a:avLst/>
            <a:gdLst/>
            <a:ahLst/>
            <a:cxnLst/>
            <a:rect l="l" t="t" r="r" b="b"/>
            <a:pathLst>
              <a:path w="2133171" h="2150922">
                <a:moveTo>
                  <a:pt x="0" y="0"/>
                </a:moveTo>
                <a:lnTo>
                  <a:pt x="2133172" y="0"/>
                </a:lnTo>
                <a:lnTo>
                  <a:pt x="2133172" y="2150923"/>
                </a:lnTo>
                <a:lnTo>
                  <a:pt x="0" y="2150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14" t="-11824" r="-4526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55352" y="731520"/>
            <a:ext cx="2133171" cy="2150922"/>
          </a:xfrm>
          <a:custGeom>
            <a:avLst/>
            <a:gdLst/>
            <a:ahLst/>
            <a:cxnLst/>
            <a:rect l="l" t="t" r="r" b="b"/>
            <a:pathLst>
              <a:path w="2133171" h="2150922">
                <a:moveTo>
                  <a:pt x="0" y="0"/>
                </a:moveTo>
                <a:lnTo>
                  <a:pt x="2133171" y="0"/>
                </a:lnTo>
                <a:lnTo>
                  <a:pt x="2133171" y="2150922"/>
                </a:lnTo>
                <a:lnTo>
                  <a:pt x="0" y="215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14" t="-11824" r="-4526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30865" y="974333"/>
            <a:ext cx="2133171" cy="2150922"/>
          </a:xfrm>
          <a:custGeom>
            <a:avLst/>
            <a:gdLst/>
            <a:ahLst/>
            <a:cxnLst/>
            <a:rect l="l" t="t" r="r" b="b"/>
            <a:pathLst>
              <a:path w="2133171" h="2150922">
                <a:moveTo>
                  <a:pt x="0" y="0"/>
                </a:moveTo>
                <a:lnTo>
                  <a:pt x="2133171" y="0"/>
                </a:lnTo>
                <a:lnTo>
                  <a:pt x="2133171" y="2150922"/>
                </a:lnTo>
                <a:lnTo>
                  <a:pt x="0" y="215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14" t="-11824" r="-45261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457981" y="3657600"/>
            <a:ext cx="2384946" cy="3507112"/>
          </a:xfrm>
          <a:custGeom>
            <a:avLst/>
            <a:gdLst/>
            <a:ahLst/>
            <a:cxnLst/>
            <a:rect l="l" t="t" r="r" b="b"/>
            <a:pathLst>
              <a:path w="2384946" h="3507112">
                <a:moveTo>
                  <a:pt x="0" y="0"/>
                </a:moveTo>
                <a:lnTo>
                  <a:pt x="2384946" y="0"/>
                </a:lnTo>
                <a:lnTo>
                  <a:pt x="2384946" y="3507112"/>
                </a:lnTo>
                <a:lnTo>
                  <a:pt x="0" y="3507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312" t="-13562" r="-39887" b="-4623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6916777" y="3657600"/>
            <a:ext cx="2384946" cy="3507112"/>
          </a:xfrm>
          <a:custGeom>
            <a:avLst/>
            <a:gdLst/>
            <a:ahLst/>
            <a:cxnLst/>
            <a:rect l="l" t="t" r="r" b="b"/>
            <a:pathLst>
              <a:path w="2384946" h="3507112">
                <a:moveTo>
                  <a:pt x="0" y="0"/>
                </a:moveTo>
                <a:lnTo>
                  <a:pt x="2384946" y="0"/>
                </a:lnTo>
                <a:lnTo>
                  <a:pt x="2384946" y="3507112"/>
                </a:lnTo>
                <a:lnTo>
                  <a:pt x="0" y="3507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312" t="-13562" r="-39887" b="-4623"/>
            </a:stretch>
          </a:blipFill>
        </p:spPr>
      </p:sp>
      <p:sp>
        <p:nvSpPr>
          <p:cNvPr id="10" name="TextBox 10"/>
          <p:cNvSpPr txBox="1"/>
          <p:nvPr/>
        </p:nvSpPr>
        <p:spPr>
          <a:xfrm rot="5330055">
            <a:off x="2981310" y="5757264"/>
            <a:ext cx="1948160" cy="40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8"/>
              </a:lnSpc>
            </a:pPr>
            <a:r>
              <a:rPr lang="en-US" sz="2441">
                <a:solidFill>
                  <a:srgbClr val="000000"/>
                </a:solidFill>
                <a:latin typeface="Canva Sans"/>
              </a:rPr>
              <a:t>KP.00.01/1/1</a:t>
            </a:r>
          </a:p>
        </p:txBody>
      </p:sp>
      <p:sp>
        <p:nvSpPr>
          <p:cNvPr id="11" name="TextBox 11"/>
          <p:cNvSpPr txBox="1"/>
          <p:nvPr/>
        </p:nvSpPr>
        <p:spPr>
          <a:xfrm rot="5330055">
            <a:off x="5174805" y="5767316"/>
            <a:ext cx="2229350" cy="38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244">
                <a:solidFill>
                  <a:srgbClr val="000000"/>
                </a:solidFill>
                <a:latin typeface="Canva Sans"/>
              </a:rPr>
              <a:t>KP.00.01/1/2</a:t>
            </a:r>
          </a:p>
        </p:txBody>
      </p:sp>
      <p:sp>
        <p:nvSpPr>
          <p:cNvPr id="12" name="TextBox 12"/>
          <p:cNvSpPr txBox="1"/>
          <p:nvPr/>
        </p:nvSpPr>
        <p:spPr>
          <a:xfrm rot="5330055">
            <a:off x="7734688" y="5767316"/>
            <a:ext cx="2229350" cy="38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244">
                <a:solidFill>
                  <a:srgbClr val="000000"/>
                </a:solidFill>
                <a:latin typeface="Canva Sans"/>
              </a:rPr>
              <a:t>KP.00.02/1/1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63119" y="315460"/>
            <a:ext cx="3204450" cy="173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98"/>
              </a:lnSpc>
              <a:spcBef>
                <a:spcPct val="0"/>
              </a:spcBef>
            </a:pPr>
            <a:r>
              <a:rPr lang="en-US" sz="2832" spc="113">
                <a:solidFill>
                  <a:srgbClr val="FFDE59"/>
                </a:solidFill>
                <a:latin typeface="Gliker Bold"/>
              </a:rPr>
              <a:t>Menata Berkas dalam Folder dan Filing Cabinet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5431" y="1990651"/>
            <a:ext cx="1720134" cy="135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12"/>
              </a:lnSpc>
              <a:spcBef>
                <a:spcPct val="0"/>
              </a:spcBef>
            </a:pPr>
            <a:r>
              <a:rPr lang="en-US" sz="7937">
                <a:solidFill>
                  <a:srgbClr val="FFF3F3"/>
                </a:solidFill>
                <a:latin typeface="Peace San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2515" y="1047822"/>
            <a:ext cx="8867309" cy="5815524"/>
          </a:xfrm>
          <a:custGeom>
            <a:avLst/>
            <a:gdLst/>
            <a:ahLst/>
            <a:cxnLst/>
            <a:rect l="l" t="t" r="r" b="b"/>
            <a:pathLst>
              <a:path w="8867309" h="5815524">
                <a:moveTo>
                  <a:pt x="0" y="0"/>
                </a:moveTo>
                <a:lnTo>
                  <a:pt x="8867309" y="0"/>
                </a:lnTo>
                <a:lnTo>
                  <a:pt x="8867309" y="5815524"/>
                </a:lnTo>
                <a:lnTo>
                  <a:pt x="0" y="5815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531" b="-3825"/>
            </a:stretch>
          </a:blipFill>
        </p:spPr>
      </p:sp>
      <p:sp>
        <p:nvSpPr>
          <p:cNvPr id="3" name="Freeform 3"/>
          <p:cNvSpPr/>
          <p:nvPr/>
        </p:nvSpPr>
        <p:spPr>
          <a:xfrm rot="-5509956">
            <a:off x="3747242" y="4287840"/>
            <a:ext cx="985748" cy="298189"/>
          </a:xfrm>
          <a:custGeom>
            <a:avLst/>
            <a:gdLst/>
            <a:ahLst/>
            <a:cxnLst/>
            <a:rect l="l" t="t" r="r" b="b"/>
            <a:pathLst>
              <a:path w="985748" h="298189">
                <a:moveTo>
                  <a:pt x="0" y="0"/>
                </a:moveTo>
                <a:lnTo>
                  <a:pt x="985748" y="0"/>
                </a:lnTo>
                <a:lnTo>
                  <a:pt x="985748" y="298189"/>
                </a:lnTo>
                <a:lnTo>
                  <a:pt x="0" y="298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1906" y="4398835"/>
            <a:ext cx="2460704" cy="32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1907">
                <a:solidFill>
                  <a:srgbClr val="FFFFFF"/>
                </a:solidFill>
                <a:latin typeface="Canva Sans Bold"/>
              </a:rPr>
              <a:t>KLASIFIKASI PRIMER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49680" y="4896225"/>
            <a:ext cx="2910432" cy="32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1907">
                <a:solidFill>
                  <a:srgbClr val="FFFFFF"/>
                </a:solidFill>
                <a:latin typeface="Canva Sans Bold"/>
              </a:rPr>
              <a:t>KLASIFIKASI  SEKUNDER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56959" y="4398835"/>
            <a:ext cx="2571965" cy="32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1907">
                <a:solidFill>
                  <a:srgbClr val="FFFFFF"/>
                </a:solidFill>
                <a:latin typeface="Canva Sans Bold"/>
              </a:rPr>
              <a:t>KLASIFIKASI  TERTIER</a:t>
            </a:r>
          </a:p>
        </p:txBody>
      </p:sp>
      <p:sp>
        <p:nvSpPr>
          <p:cNvPr id="7" name="Freeform 7"/>
          <p:cNvSpPr/>
          <p:nvPr/>
        </p:nvSpPr>
        <p:spPr>
          <a:xfrm rot="-5509956">
            <a:off x="6145510" y="3790450"/>
            <a:ext cx="985748" cy="298189"/>
          </a:xfrm>
          <a:custGeom>
            <a:avLst/>
            <a:gdLst/>
            <a:ahLst/>
            <a:cxnLst/>
            <a:rect l="l" t="t" r="r" b="b"/>
            <a:pathLst>
              <a:path w="985748" h="298189">
                <a:moveTo>
                  <a:pt x="0" y="0"/>
                </a:moveTo>
                <a:lnTo>
                  <a:pt x="985748" y="0"/>
                </a:lnTo>
                <a:lnTo>
                  <a:pt x="985748" y="298189"/>
                </a:lnTo>
                <a:lnTo>
                  <a:pt x="0" y="2981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236445" y="4896225"/>
            <a:ext cx="1976775" cy="32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1907">
                <a:solidFill>
                  <a:srgbClr val="FFFFFF"/>
                </a:solidFill>
                <a:latin typeface="Canva Sans Bold"/>
              </a:rPr>
              <a:t>FOLDER BERKAS</a:t>
            </a:r>
          </a:p>
        </p:txBody>
      </p:sp>
      <p:sp>
        <p:nvSpPr>
          <p:cNvPr id="9" name="Freeform 9"/>
          <p:cNvSpPr/>
          <p:nvPr/>
        </p:nvSpPr>
        <p:spPr>
          <a:xfrm rot="-5509956">
            <a:off x="7131142" y="3420580"/>
            <a:ext cx="2187380" cy="661683"/>
          </a:xfrm>
          <a:custGeom>
            <a:avLst/>
            <a:gdLst/>
            <a:ahLst/>
            <a:cxnLst/>
            <a:rect l="l" t="t" r="r" b="b"/>
            <a:pathLst>
              <a:path w="2187380" h="661683">
                <a:moveTo>
                  <a:pt x="0" y="0"/>
                </a:moveTo>
                <a:lnTo>
                  <a:pt x="2187381" y="0"/>
                </a:lnTo>
                <a:lnTo>
                  <a:pt x="2187381" y="661682"/>
                </a:lnTo>
                <a:lnTo>
                  <a:pt x="0" y="661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79441" y="379095"/>
            <a:ext cx="847415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798"/>
              </a:lnSpc>
              <a:spcBef>
                <a:spcPct val="0"/>
              </a:spcBef>
            </a:pPr>
            <a:r>
              <a:rPr lang="en-US" sz="2332" spc="93">
                <a:solidFill>
                  <a:srgbClr val="FFDE59"/>
                </a:solidFill>
                <a:latin typeface="Gliker Bold"/>
              </a:rPr>
              <a:t>Menata Berkas dalam Folder dan Filing Cabinet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8160" y="-199386"/>
            <a:ext cx="1720134" cy="135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12"/>
              </a:lnSpc>
              <a:spcBef>
                <a:spcPct val="0"/>
              </a:spcBef>
            </a:pPr>
            <a:r>
              <a:rPr lang="en-US" sz="7937">
                <a:solidFill>
                  <a:srgbClr val="FFF3F3"/>
                </a:solidFill>
                <a:latin typeface="Peace San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671" y="196889"/>
            <a:ext cx="3676594" cy="4926574"/>
          </a:xfrm>
          <a:custGeom>
            <a:avLst/>
            <a:gdLst/>
            <a:ahLst/>
            <a:cxnLst/>
            <a:rect l="l" t="t" r="r" b="b"/>
            <a:pathLst>
              <a:path w="3676594" h="4926574">
                <a:moveTo>
                  <a:pt x="0" y="0"/>
                </a:moveTo>
                <a:lnTo>
                  <a:pt x="3676594" y="0"/>
                </a:lnTo>
                <a:lnTo>
                  <a:pt x="3676594" y="4926573"/>
                </a:lnTo>
                <a:lnTo>
                  <a:pt x="0" y="4926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062" t="-48704" r="-213062" b="-2263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83265" y="317058"/>
            <a:ext cx="4036317" cy="2975316"/>
          </a:xfrm>
          <a:custGeom>
            <a:avLst/>
            <a:gdLst/>
            <a:ahLst/>
            <a:cxnLst/>
            <a:rect l="l" t="t" r="r" b="b"/>
            <a:pathLst>
              <a:path w="4036317" h="2975316">
                <a:moveTo>
                  <a:pt x="0" y="0"/>
                </a:moveTo>
                <a:lnTo>
                  <a:pt x="4036316" y="0"/>
                </a:lnTo>
                <a:lnTo>
                  <a:pt x="4036316" y="2975316"/>
                </a:lnTo>
                <a:lnTo>
                  <a:pt x="0" y="2975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79" t="-39877" r="-21286" b="-3941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76762" y="1374805"/>
            <a:ext cx="1655165" cy="2150922"/>
          </a:xfrm>
          <a:custGeom>
            <a:avLst/>
            <a:gdLst/>
            <a:ahLst/>
            <a:cxnLst/>
            <a:rect l="l" t="t" r="r" b="b"/>
            <a:pathLst>
              <a:path w="1655165" h="2150922">
                <a:moveTo>
                  <a:pt x="0" y="0"/>
                </a:moveTo>
                <a:lnTo>
                  <a:pt x="1655165" y="0"/>
                </a:lnTo>
                <a:lnTo>
                  <a:pt x="1655165" y="2150923"/>
                </a:lnTo>
                <a:lnTo>
                  <a:pt x="0" y="2150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146" t="-11824" r="-872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27504" y="1716586"/>
            <a:ext cx="1871604" cy="1887178"/>
          </a:xfrm>
          <a:custGeom>
            <a:avLst/>
            <a:gdLst/>
            <a:ahLst/>
            <a:cxnLst/>
            <a:rect l="l" t="t" r="r" b="b"/>
            <a:pathLst>
              <a:path w="1871604" h="1887178">
                <a:moveTo>
                  <a:pt x="0" y="0"/>
                </a:moveTo>
                <a:lnTo>
                  <a:pt x="1871604" y="0"/>
                </a:lnTo>
                <a:lnTo>
                  <a:pt x="1871604" y="1887179"/>
                </a:lnTo>
                <a:lnTo>
                  <a:pt x="0" y="1887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14" t="-11824" r="-4526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320836" y="4093319"/>
            <a:ext cx="2137810" cy="2864630"/>
          </a:xfrm>
          <a:custGeom>
            <a:avLst/>
            <a:gdLst/>
            <a:ahLst/>
            <a:cxnLst/>
            <a:rect l="l" t="t" r="r" b="b"/>
            <a:pathLst>
              <a:path w="2137810" h="2864630">
                <a:moveTo>
                  <a:pt x="0" y="0"/>
                </a:moveTo>
                <a:lnTo>
                  <a:pt x="2137811" y="0"/>
                </a:lnTo>
                <a:lnTo>
                  <a:pt x="2137811" y="2864630"/>
                </a:lnTo>
                <a:lnTo>
                  <a:pt x="0" y="286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062" t="-48704" r="-213062" b="-2263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50628" y="4724181"/>
            <a:ext cx="3503727" cy="722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>
                <a:solidFill>
                  <a:srgbClr val="000000"/>
                </a:solidFill>
                <a:latin typeface="Canva Sans Bold"/>
              </a:rPr>
              <a:t>Tunjuk Silang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767" y="324019"/>
            <a:ext cx="4715033" cy="3173435"/>
          </a:xfrm>
          <a:custGeom>
            <a:avLst/>
            <a:gdLst/>
            <a:ahLst/>
            <a:cxnLst/>
            <a:rect l="l" t="t" r="r" b="b"/>
            <a:pathLst>
              <a:path w="4715033" h="3173435">
                <a:moveTo>
                  <a:pt x="0" y="0"/>
                </a:moveTo>
                <a:lnTo>
                  <a:pt x="4715033" y="0"/>
                </a:lnTo>
                <a:lnTo>
                  <a:pt x="4715033" y="3173436"/>
                </a:lnTo>
                <a:lnTo>
                  <a:pt x="0" y="3173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46558" y="234082"/>
            <a:ext cx="3064954" cy="2637668"/>
          </a:xfrm>
          <a:custGeom>
            <a:avLst/>
            <a:gdLst/>
            <a:ahLst/>
            <a:cxnLst/>
            <a:rect l="l" t="t" r="r" b="b"/>
            <a:pathLst>
              <a:path w="3064954" h="2637668">
                <a:moveTo>
                  <a:pt x="0" y="0"/>
                </a:moveTo>
                <a:lnTo>
                  <a:pt x="3064955" y="0"/>
                </a:lnTo>
                <a:lnTo>
                  <a:pt x="3064955" y="2637668"/>
                </a:lnTo>
                <a:lnTo>
                  <a:pt x="0" y="2637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5" t="-52875" r="-1611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63939" y="2226669"/>
            <a:ext cx="3804176" cy="2839316"/>
          </a:xfrm>
          <a:custGeom>
            <a:avLst/>
            <a:gdLst/>
            <a:ahLst/>
            <a:cxnLst/>
            <a:rect l="l" t="t" r="r" b="b"/>
            <a:pathLst>
              <a:path w="3804176" h="2839316">
                <a:moveTo>
                  <a:pt x="0" y="0"/>
                </a:moveTo>
                <a:lnTo>
                  <a:pt x="3804176" y="0"/>
                </a:lnTo>
                <a:lnTo>
                  <a:pt x="3804176" y="2839316"/>
                </a:lnTo>
                <a:lnTo>
                  <a:pt x="0" y="283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302" t="-55660" r="-16617" b="-3046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105562" y="731520"/>
            <a:ext cx="2457523" cy="383037"/>
            <a:chOff x="0" y="0"/>
            <a:chExt cx="910194" cy="1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0194" cy="141866"/>
            </a:xfrm>
            <a:custGeom>
              <a:avLst/>
              <a:gdLst/>
              <a:ahLst/>
              <a:cxnLst/>
              <a:rect l="l" t="t" r="r" b="b"/>
              <a:pathLst>
                <a:path w="910194" h="141866">
                  <a:moveTo>
                    <a:pt x="0" y="0"/>
                  </a:moveTo>
                  <a:lnTo>
                    <a:pt x="910194" y="0"/>
                  </a:lnTo>
                  <a:lnTo>
                    <a:pt x="910194" y="141866"/>
                  </a:lnTo>
                  <a:lnTo>
                    <a:pt x="0" y="141866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10194" cy="17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64557" y="3875373"/>
            <a:ext cx="2457523" cy="383037"/>
            <a:chOff x="0" y="0"/>
            <a:chExt cx="910194" cy="1418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0194" cy="141866"/>
            </a:xfrm>
            <a:custGeom>
              <a:avLst/>
              <a:gdLst/>
              <a:ahLst/>
              <a:cxnLst/>
              <a:rect l="l" t="t" r="r" b="b"/>
              <a:pathLst>
                <a:path w="910194" h="141866">
                  <a:moveTo>
                    <a:pt x="0" y="0"/>
                  </a:moveTo>
                  <a:lnTo>
                    <a:pt x="910194" y="0"/>
                  </a:lnTo>
                  <a:lnTo>
                    <a:pt x="910194" y="141866"/>
                  </a:lnTo>
                  <a:lnTo>
                    <a:pt x="0" y="141866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10194" cy="17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38580" y="2321944"/>
            <a:ext cx="3183435" cy="3155248"/>
          </a:xfrm>
          <a:custGeom>
            <a:avLst/>
            <a:gdLst/>
            <a:ahLst/>
            <a:cxnLst/>
            <a:rect l="l" t="t" r="r" b="b"/>
            <a:pathLst>
              <a:path w="3183435" h="3155248">
                <a:moveTo>
                  <a:pt x="0" y="0"/>
                </a:moveTo>
                <a:lnTo>
                  <a:pt x="3183435" y="0"/>
                </a:lnTo>
                <a:lnTo>
                  <a:pt x="3183435" y="3155249"/>
                </a:lnTo>
                <a:lnTo>
                  <a:pt x="0" y="3155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24" b="-1745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56270" y="717616"/>
            <a:ext cx="245752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</a:rPr>
              <a:t>Out Guide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64557" y="3861469"/>
            <a:ext cx="245752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</a:rPr>
              <a:t>Out Sheet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6996" y="2121894"/>
            <a:ext cx="4224575" cy="8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2"/>
              </a:lnSpc>
            </a:pPr>
            <a:r>
              <a:rPr lang="en-US" sz="5087">
                <a:solidFill>
                  <a:srgbClr val="000000"/>
                </a:solidFill>
                <a:latin typeface="Canva Sans Bold"/>
              </a:rPr>
              <a:t>Out Indicator</a:t>
            </a:r>
          </a:p>
        </p:txBody>
      </p:sp>
      <p:sp>
        <p:nvSpPr>
          <p:cNvPr id="15" name="Freeform 15"/>
          <p:cNvSpPr/>
          <p:nvPr/>
        </p:nvSpPr>
        <p:spPr>
          <a:xfrm rot="-281149">
            <a:off x="1572606" y="3814184"/>
            <a:ext cx="1983237" cy="1471819"/>
          </a:xfrm>
          <a:custGeom>
            <a:avLst/>
            <a:gdLst/>
            <a:ahLst/>
            <a:cxnLst/>
            <a:rect l="l" t="t" r="r" b="b"/>
            <a:pathLst>
              <a:path w="1983237" h="1471819">
                <a:moveTo>
                  <a:pt x="0" y="0"/>
                </a:moveTo>
                <a:lnTo>
                  <a:pt x="1983237" y="0"/>
                </a:lnTo>
                <a:lnTo>
                  <a:pt x="1983237" y="1471819"/>
                </a:lnTo>
                <a:lnTo>
                  <a:pt x="0" y="1471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32" r="-5132"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3896637" y="2958983"/>
            <a:ext cx="1767302" cy="2598854"/>
          </a:xfrm>
          <a:custGeom>
            <a:avLst/>
            <a:gdLst/>
            <a:ahLst/>
            <a:cxnLst/>
            <a:rect l="l" t="t" r="r" b="b"/>
            <a:pathLst>
              <a:path w="1767302" h="2598854">
                <a:moveTo>
                  <a:pt x="0" y="0"/>
                </a:moveTo>
                <a:lnTo>
                  <a:pt x="1767302" y="0"/>
                </a:lnTo>
                <a:lnTo>
                  <a:pt x="1767302" y="2598853"/>
                </a:lnTo>
                <a:lnTo>
                  <a:pt x="0" y="2598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312" t="-13562" r="-39887" b="-4623"/>
            </a:stretch>
          </a:blipFill>
        </p:spPr>
      </p:sp>
      <p:sp>
        <p:nvSpPr>
          <p:cNvPr id="17" name="Freeform 17"/>
          <p:cNvSpPr/>
          <p:nvPr/>
        </p:nvSpPr>
        <p:spPr>
          <a:xfrm rot="-5462393">
            <a:off x="3607822" y="3426231"/>
            <a:ext cx="2173768" cy="1471819"/>
          </a:xfrm>
          <a:custGeom>
            <a:avLst/>
            <a:gdLst/>
            <a:ahLst/>
            <a:cxnLst/>
            <a:rect l="l" t="t" r="r" b="b"/>
            <a:pathLst>
              <a:path w="2173768" h="1471819">
                <a:moveTo>
                  <a:pt x="0" y="0"/>
                </a:moveTo>
                <a:lnTo>
                  <a:pt x="2173768" y="0"/>
                </a:lnTo>
                <a:lnTo>
                  <a:pt x="2173768" y="1471820"/>
                </a:lnTo>
                <a:lnTo>
                  <a:pt x="0" y="147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28" r="-4881" b="-2128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39114" y="4511994"/>
            <a:ext cx="245752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</a:rPr>
              <a:t>Out Box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98746" y="5224102"/>
            <a:ext cx="245752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</a:rPr>
              <a:t>Out Folder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6846" y="1031241"/>
            <a:ext cx="8223241" cy="4300395"/>
          </a:xfrm>
          <a:custGeom>
            <a:avLst/>
            <a:gdLst/>
            <a:ahLst/>
            <a:cxnLst/>
            <a:rect l="l" t="t" r="r" b="b"/>
            <a:pathLst>
              <a:path w="8223241" h="4300395">
                <a:moveTo>
                  <a:pt x="0" y="0"/>
                </a:moveTo>
                <a:lnTo>
                  <a:pt x="8223241" y="0"/>
                </a:lnTo>
                <a:lnTo>
                  <a:pt x="8223241" y="4300395"/>
                </a:lnTo>
                <a:lnTo>
                  <a:pt x="0" y="4300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493" b="-2894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45895" y="498143"/>
            <a:ext cx="6105703" cy="30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37"/>
              </a:lnSpc>
              <a:spcBef>
                <a:spcPct val="0"/>
              </a:spcBef>
            </a:pPr>
            <a:r>
              <a:rPr lang="en-US" sz="1948" spc="77">
                <a:solidFill>
                  <a:srgbClr val="FFDE59"/>
                </a:solidFill>
                <a:latin typeface="Gliker Bold"/>
              </a:rPr>
              <a:t>Membuat Daftar Arsip Aktif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177564"/>
            <a:ext cx="1069422" cy="853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08"/>
              </a:lnSpc>
              <a:spcBef>
                <a:spcPct val="0"/>
              </a:spcBef>
            </a:pPr>
            <a:r>
              <a:rPr lang="en-US" sz="4934">
                <a:solidFill>
                  <a:srgbClr val="FFF3F3"/>
                </a:solidFill>
                <a:latin typeface="Peace San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727217"/>
            <a:ext cx="822324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Akan dilaksanakan praktik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106</Words>
  <Application>Microsoft Office PowerPoint</Application>
  <PresentationFormat>Custom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Canva Sans Bold</vt:lpstr>
      <vt:lpstr>Bobby Jones Condensed</vt:lpstr>
      <vt:lpstr>Canva Sans</vt:lpstr>
      <vt:lpstr>Peace Sans</vt:lpstr>
      <vt:lpstr>Copperplate Gothic 32 AB</vt:lpstr>
      <vt:lpstr>Gliker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Membaca dan Menelaah Isi Naskah</dc:title>
  <cp:lastModifiedBy>Santi Nurjanah</cp:lastModifiedBy>
  <cp:revision>3</cp:revision>
  <dcterms:created xsi:type="dcterms:W3CDTF">2006-08-16T00:00:00Z</dcterms:created>
  <dcterms:modified xsi:type="dcterms:W3CDTF">2024-12-01T21:46:47Z</dcterms:modified>
  <dc:identifier>DAF0wfsZLeI</dc:identifier>
</cp:coreProperties>
</file>